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A6A6"/>
    <a:srgbClr val="007BFF"/>
    <a:srgbClr val="91C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>
        <p:scale>
          <a:sx n="75" d="100"/>
          <a:sy n="75" d="100"/>
        </p:scale>
        <p:origin x="2021" y="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9F5F02-119E-DC76-408E-C9DF2A4199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3CAC2DB-DD9F-224A-FF42-9DD2DB0643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627B5D-4BB8-81ED-36FE-5ABB03E07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2532-5CF7-4D18-8BBE-4F529B7B4B30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095014-A547-20A5-5870-3D50168A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27494F-287F-407F-6B07-ACC320C26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99F5-08E8-464A-815F-892AE98FF0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3045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19A197-D558-660C-AF97-992706717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19544E-BCD7-44CB-AB7A-F40BBFDEC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361D24-D7DF-86D2-2105-D18934805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2532-5CF7-4D18-8BBE-4F529B7B4B30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577BDF-0020-61BA-CC6F-88028DC3E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2300929-53FF-00CE-E087-E7DDEFEAB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99F5-08E8-464A-815F-892AE98FF0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822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CC2C3F-4453-B7B9-F626-D0409B025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7D2941-7C49-549A-058F-18D018691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A85B88-0F09-C9E2-3B69-09752586C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2532-5CF7-4D18-8BBE-4F529B7B4B30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3CAD0DE-D0D4-5E5E-45A0-809E63638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3BFAF7A-77E9-4983-9B36-81785DD0A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99F5-08E8-464A-815F-892AE98FF0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3614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3B9C37-25E4-CC64-C294-216701267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CC31F7-90D5-1162-D314-3C36F5D26A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8E62A33-8A99-A2A4-CEBB-92457A937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FE2E4B0-3AE7-EE64-BE1B-BCBD6B690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2532-5CF7-4D18-8BBE-4F529B7B4B30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4B67A96-2704-0159-9D58-325A46EDB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3BB87F1-8119-1229-CB99-E8E6CA591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99F5-08E8-464A-815F-892AE98FF0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7480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33AADF-D054-972A-A832-690D0C02C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92C38D5-74A5-21B7-E666-05EEE4E081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B739FB0-9B77-65F5-2C46-451C7A75CF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B571FA3-C113-72A8-1582-18AD107165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43656F5-7250-4D05-CC24-0E9DC9099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8F95481-CB46-F5B5-5022-3D632C33C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2532-5CF7-4D18-8BBE-4F529B7B4B30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D673A0D-61D6-5AA7-4DDB-C59B4A500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D93B301-F474-104B-14A2-29A880D0A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99F5-08E8-464A-815F-892AE98FF0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1737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D8A05D-D6F2-A539-11A5-77EB1B0DA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3032D8C-93A7-B40D-747B-FD789146B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2532-5CF7-4D18-8BBE-4F529B7B4B30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5A22041-6A67-55DB-7DC9-540004780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4AE135F-382B-0EB4-AB62-545452508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99F5-08E8-464A-815F-892AE98FF0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6049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6C01E37-C01C-2BD5-A031-C3B224089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2532-5CF7-4D18-8BBE-4F529B7B4B30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EBD73DE-B39A-2608-2936-7406CE2E7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89AA399-55B7-455E-0437-DD1B0E812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99F5-08E8-464A-815F-892AE98FF0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8038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8243A0-BB95-A337-293D-793707A25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8472F6-E485-38D2-2998-82695BFFA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C2A2F19-7573-F030-F14D-CD0707C1AB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D34F86C-B0D4-835D-6882-F47E1830E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2532-5CF7-4D18-8BBE-4F529B7B4B30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BDBBAA7-55D4-A7AC-7958-CDB6E62D2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2B9F246-7367-4750-D706-12F3FECE9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99F5-08E8-464A-815F-892AE98FF0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1887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8DF599-C5E9-5A65-0974-4FCB384D0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0926405-978C-203D-B1F1-DF4A9C3E99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25AC3CC-47AD-04B2-DBD6-03C12CE5AC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EA07FDD-08E4-7619-F921-F37567072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2532-5CF7-4D18-8BBE-4F529B7B4B30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9600B8F-C174-674E-4C24-160AD7AC4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2D07FB0-B1F6-E28A-6A12-262D7D090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99F5-08E8-464A-815F-892AE98FF0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716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E4B736-1948-EA7F-7574-D1A77AC82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FC7CD7B-A63A-97BC-6FF0-B3EAA8890B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A4E4801-3420-9C83-0834-2555E934B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2532-5CF7-4D18-8BBE-4F529B7B4B30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D995E3-4078-DF99-543B-2A93B276C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51D30E5-1D18-2F74-DE36-08D0DB2EA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99F5-08E8-464A-815F-892AE98FF0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003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E5B66FE-62CC-1DDD-9847-32650D47F0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7BB9925-3CCD-FA34-31E7-2D02C0C090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5B38B3E-95B3-E440-8B1E-598850E2F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2532-5CF7-4D18-8BBE-4F529B7B4B30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DCC59EF-09FF-A9A4-2DDC-9B406AC8A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5D346A-7D40-FF03-DAAD-BF65A4FA5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99F5-08E8-464A-815F-892AE98FF0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6510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FE9A817-2378-8DB4-4B2F-ECC4D9685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EED1EBF-80DA-653E-824B-BEF95B664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D7C5E92-0548-9B46-3E9F-B751AD1F88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8E2532-5CF7-4D18-8BBE-4F529B7B4B30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DB5EEE2-AB10-D123-FE7B-8A621BD64C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779714-CE77-577E-180A-F8C8F9B3CC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7499F5-08E8-464A-815F-892AE98FF0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0150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DB873F0-4CDC-35A2-F020-CA942A0528D1}"/>
              </a:ext>
            </a:extLst>
          </p:cNvPr>
          <p:cNvSpPr/>
          <p:nvPr/>
        </p:nvSpPr>
        <p:spPr>
          <a:xfrm>
            <a:off x="609600" y="2340058"/>
            <a:ext cx="2687320" cy="324794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4D33E8-CF14-6305-DD56-B5E28E3AA375}"/>
              </a:ext>
            </a:extLst>
          </p:cNvPr>
          <p:cNvSpPr/>
          <p:nvPr/>
        </p:nvSpPr>
        <p:spPr>
          <a:xfrm>
            <a:off x="609600" y="850900"/>
            <a:ext cx="7599680" cy="4953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A466326F-711F-29A0-1C7C-2AE5A027B1C8}"/>
              </a:ext>
            </a:extLst>
          </p:cNvPr>
          <p:cNvSpPr/>
          <p:nvPr/>
        </p:nvSpPr>
        <p:spPr>
          <a:xfrm>
            <a:off x="12788115" y="831850"/>
            <a:ext cx="1574800" cy="514350"/>
          </a:xfrm>
          <a:prstGeom prst="roundRect">
            <a:avLst/>
          </a:prstGeom>
          <a:solidFill>
            <a:srgbClr val="007BFF"/>
          </a:solidFill>
          <a:ln w="28575">
            <a:solidFill>
              <a:srgbClr val="91C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Search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BB365301-161A-3546-3C53-07D230593C1B}"/>
              </a:ext>
            </a:extLst>
          </p:cNvPr>
          <p:cNvSpPr/>
          <p:nvPr/>
        </p:nvSpPr>
        <p:spPr>
          <a:xfrm>
            <a:off x="6753075" y="5829300"/>
            <a:ext cx="1574800" cy="514350"/>
          </a:xfrm>
          <a:prstGeom prst="roundRect">
            <a:avLst/>
          </a:prstGeom>
          <a:solidFill>
            <a:srgbClr val="007BFF"/>
          </a:solidFill>
          <a:ln w="28575">
            <a:solidFill>
              <a:srgbClr val="91C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Practice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AA27DB9-9A4B-925B-2067-359FBA980E42}"/>
              </a:ext>
            </a:extLst>
          </p:cNvPr>
          <p:cNvSpPr txBox="1"/>
          <p:nvPr/>
        </p:nvSpPr>
        <p:spPr>
          <a:xfrm>
            <a:off x="527050" y="468868"/>
            <a:ext cx="2985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Keywords (space separated)</a:t>
            </a:r>
            <a:endParaRPr lang="en-US" noProof="0" dirty="0"/>
          </a:p>
        </p:txBody>
      </p:sp>
      <p:pic>
        <p:nvPicPr>
          <p:cNvPr id="12" name="Graphique 11" descr="Case cochée avec un remplissage uni">
            <a:extLst>
              <a:ext uri="{FF2B5EF4-FFF2-40B4-BE49-F238E27FC236}">
                <a16:creationId xmlns:a16="http://schemas.microsoft.com/office/drawing/2014/main" id="{493083F2-0324-11AB-60C3-C7B0330BDB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7050" y="1755131"/>
            <a:ext cx="513062" cy="51306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A90D202-48B0-ADAE-E7E8-C998A38C0C93}"/>
              </a:ext>
            </a:extLst>
          </p:cNvPr>
          <p:cNvSpPr/>
          <p:nvPr/>
        </p:nvSpPr>
        <p:spPr>
          <a:xfrm>
            <a:off x="890107" y="2624211"/>
            <a:ext cx="249555" cy="24955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952D576-6D9A-C55D-BDFB-DB0A1362E58A}"/>
              </a:ext>
            </a:extLst>
          </p:cNvPr>
          <p:cNvSpPr txBox="1"/>
          <p:nvPr/>
        </p:nvSpPr>
        <p:spPr>
          <a:xfrm>
            <a:off x="974090" y="1826996"/>
            <a:ext cx="1526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All categories</a:t>
            </a:r>
          </a:p>
        </p:txBody>
      </p:sp>
      <p:pic>
        <p:nvPicPr>
          <p:cNvPr id="16" name="Graphique 15" descr="Case cochée avec un remplissage uni">
            <a:extLst>
              <a:ext uri="{FF2B5EF4-FFF2-40B4-BE49-F238E27FC236}">
                <a16:creationId xmlns:a16="http://schemas.microsoft.com/office/drawing/2014/main" id="{DAD3F20F-0DEF-EA1B-37A8-4C767D583A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20770" y="1755131"/>
            <a:ext cx="513062" cy="513062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367B597F-F53C-8E97-D5C3-03E2D645AFB9}"/>
              </a:ext>
            </a:extLst>
          </p:cNvPr>
          <p:cNvSpPr txBox="1"/>
          <p:nvPr/>
        </p:nvSpPr>
        <p:spPr>
          <a:xfrm>
            <a:off x="4067810" y="1826996"/>
            <a:ext cx="1896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All subcategories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A0E4E8-AB47-FCE6-1AF2-A73577F5712B}"/>
              </a:ext>
            </a:extLst>
          </p:cNvPr>
          <p:cNvSpPr/>
          <p:nvPr/>
        </p:nvSpPr>
        <p:spPr>
          <a:xfrm>
            <a:off x="3708400" y="2340058"/>
            <a:ext cx="2687320" cy="324794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CDF167-279B-6EE4-5D99-989536C5EB94}"/>
              </a:ext>
            </a:extLst>
          </p:cNvPr>
          <p:cNvSpPr/>
          <p:nvPr/>
        </p:nvSpPr>
        <p:spPr>
          <a:xfrm>
            <a:off x="890107" y="3108192"/>
            <a:ext cx="249555" cy="24955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B250C68-A0F5-6437-4F5C-394206603CAE}"/>
              </a:ext>
            </a:extLst>
          </p:cNvPr>
          <p:cNvSpPr/>
          <p:nvPr/>
        </p:nvSpPr>
        <p:spPr>
          <a:xfrm>
            <a:off x="890107" y="3592173"/>
            <a:ext cx="249555" cy="24955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0CD7D1-C409-2870-1BFB-4074C9ADD323}"/>
              </a:ext>
            </a:extLst>
          </p:cNvPr>
          <p:cNvSpPr/>
          <p:nvPr/>
        </p:nvSpPr>
        <p:spPr>
          <a:xfrm>
            <a:off x="890107" y="4076153"/>
            <a:ext cx="249555" cy="24955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4F5B59FA-233A-59B4-FD4C-ACE7FD3FB446}"/>
              </a:ext>
            </a:extLst>
          </p:cNvPr>
          <p:cNvSpPr txBox="1"/>
          <p:nvPr/>
        </p:nvSpPr>
        <p:spPr>
          <a:xfrm>
            <a:off x="1162522" y="2597181"/>
            <a:ext cx="1254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Category 1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2195F2C2-C623-A5C6-C132-63AB2C4AD26B}"/>
              </a:ext>
            </a:extLst>
          </p:cNvPr>
          <p:cNvSpPr txBox="1"/>
          <p:nvPr/>
        </p:nvSpPr>
        <p:spPr>
          <a:xfrm>
            <a:off x="1162538" y="3066000"/>
            <a:ext cx="1254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Category 2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D55176AC-466F-2A6E-3F3E-ED6D942FD318}"/>
              </a:ext>
            </a:extLst>
          </p:cNvPr>
          <p:cNvSpPr txBox="1"/>
          <p:nvPr/>
        </p:nvSpPr>
        <p:spPr>
          <a:xfrm>
            <a:off x="1163685" y="3522156"/>
            <a:ext cx="1254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Category 3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152892EB-65F4-4270-C89C-8A3E68893977}"/>
              </a:ext>
            </a:extLst>
          </p:cNvPr>
          <p:cNvSpPr txBox="1"/>
          <p:nvPr/>
        </p:nvSpPr>
        <p:spPr>
          <a:xfrm>
            <a:off x="1159875" y="4046418"/>
            <a:ext cx="1254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Category 4</a:t>
            </a:r>
          </a:p>
        </p:txBody>
      </p:sp>
      <p:pic>
        <p:nvPicPr>
          <p:cNvPr id="26" name="Graphique 25" descr="Case cochée avec un remplissage uni">
            <a:extLst>
              <a:ext uri="{FF2B5EF4-FFF2-40B4-BE49-F238E27FC236}">
                <a16:creationId xmlns:a16="http://schemas.microsoft.com/office/drawing/2014/main" id="{C0A6C174-08AA-E742-C0D9-A0260A6C46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75120" y="1755131"/>
            <a:ext cx="513062" cy="513062"/>
          </a:xfrm>
          <a:prstGeom prst="rect">
            <a:avLst/>
          </a:prstGeom>
        </p:spPr>
      </p:pic>
      <p:sp>
        <p:nvSpPr>
          <p:cNvPr id="27" name="ZoneTexte 26">
            <a:extLst>
              <a:ext uri="{FF2B5EF4-FFF2-40B4-BE49-F238E27FC236}">
                <a16:creationId xmlns:a16="http://schemas.microsoft.com/office/drawing/2014/main" id="{C025A8F0-6C30-0088-C079-2B4D0AE6487F}"/>
              </a:ext>
            </a:extLst>
          </p:cNvPr>
          <p:cNvSpPr txBox="1"/>
          <p:nvPr/>
        </p:nvSpPr>
        <p:spPr>
          <a:xfrm>
            <a:off x="7122160" y="1826996"/>
            <a:ext cx="1205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All images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869926B-0A7B-71C9-E820-0C727EC470C7}"/>
              </a:ext>
            </a:extLst>
          </p:cNvPr>
          <p:cNvSpPr/>
          <p:nvPr/>
        </p:nvSpPr>
        <p:spPr>
          <a:xfrm>
            <a:off x="3074533" y="2340058"/>
            <a:ext cx="216619" cy="324794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EEF6D93-BC88-4D98-DFC3-6E1F784638AF}"/>
              </a:ext>
            </a:extLst>
          </p:cNvPr>
          <p:cNvSpPr/>
          <p:nvPr/>
        </p:nvSpPr>
        <p:spPr>
          <a:xfrm>
            <a:off x="3070485" y="3145450"/>
            <a:ext cx="216619" cy="5715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1" name="Graphique 30" descr="Jouer avec un remplissage uni">
            <a:extLst>
              <a:ext uri="{FF2B5EF4-FFF2-40B4-BE49-F238E27FC236}">
                <a16:creationId xmlns:a16="http://schemas.microsoft.com/office/drawing/2014/main" id="{D79F65D7-A3A4-5875-1DA2-F50BDD3560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3065523" y="2340352"/>
            <a:ext cx="231397" cy="231397"/>
          </a:xfrm>
          <a:prstGeom prst="rect">
            <a:avLst/>
          </a:prstGeom>
        </p:spPr>
      </p:pic>
      <p:pic>
        <p:nvPicPr>
          <p:cNvPr id="32" name="Graphique 31" descr="Jouer avec un remplissage uni">
            <a:extLst>
              <a:ext uri="{FF2B5EF4-FFF2-40B4-BE49-F238E27FC236}">
                <a16:creationId xmlns:a16="http://schemas.microsoft.com/office/drawing/2014/main" id="{6A6E631F-FBEE-223B-4518-27BA4B6F76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3063095" y="5354698"/>
            <a:ext cx="231397" cy="231397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06D3D3E4-2BEF-BCCD-F796-D4997C543DCD}"/>
              </a:ext>
            </a:extLst>
          </p:cNvPr>
          <p:cNvSpPr/>
          <p:nvPr/>
        </p:nvSpPr>
        <p:spPr>
          <a:xfrm>
            <a:off x="6179101" y="2340058"/>
            <a:ext cx="216619" cy="324794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715AB17-607D-9DB2-1359-A0D704082BE0}"/>
              </a:ext>
            </a:extLst>
          </p:cNvPr>
          <p:cNvSpPr/>
          <p:nvPr/>
        </p:nvSpPr>
        <p:spPr>
          <a:xfrm>
            <a:off x="6175053" y="4340266"/>
            <a:ext cx="216619" cy="5715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5" name="Graphique 34" descr="Jouer avec un remplissage uni">
            <a:extLst>
              <a:ext uri="{FF2B5EF4-FFF2-40B4-BE49-F238E27FC236}">
                <a16:creationId xmlns:a16="http://schemas.microsoft.com/office/drawing/2014/main" id="{9B7031C8-8C7A-725B-62FB-83D1D6C06F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6170091" y="2340352"/>
            <a:ext cx="231397" cy="231397"/>
          </a:xfrm>
          <a:prstGeom prst="rect">
            <a:avLst/>
          </a:prstGeom>
        </p:spPr>
      </p:pic>
      <p:pic>
        <p:nvPicPr>
          <p:cNvPr id="36" name="Graphique 35" descr="Jouer avec un remplissage uni">
            <a:extLst>
              <a:ext uri="{FF2B5EF4-FFF2-40B4-BE49-F238E27FC236}">
                <a16:creationId xmlns:a16="http://schemas.microsoft.com/office/drawing/2014/main" id="{ED3850B6-4B3B-FFFA-C85F-848A7C0684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6167663" y="5354698"/>
            <a:ext cx="231397" cy="231397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4765E686-141D-4289-EA54-F1FFFA3E713F}"/>
              </a:ext>
            </a:extLst>
          </p:cNvPr>
          <p:cNvSpPr/>
          <p:nvPr/>
        </p:nvSpPr>
        <p:spPr>
          <a:xfrm>
            <a:off x="3906115" y="2653946"/>
            <a:ext cx="249555" cy="24955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70DFF63-9B55-3226-30EC-C71C8D17562B}"/>
              </a:ext>
            </a:extLst>
          </p:cNvPr>
          <p:cNvSpPr/>
          <p:nvPr/>
        </p:nvSpPr>
        <p:spPr>
          <a:xfrm>
            <a:off x="3906115" y="3137927"/>
            <a:ext cx="249555" cy="24955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56D89C6-3816-9464-2A3F-9957B20A8F93}"/>
              </a:ext>
            </a:extLst>
          </p:cNvPr>
          <p:cNvSpPr/>
          <p:nvPr/>
        </p:nvSpPr>
        <p:spPr>
          <a:xfrm>
            <a:off x="3906115" y="3621908"/>
            <a:ext cx="249555" cy="24955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B8C9AF8-86F2-6B57-E45E-8B320005D45D}"/>
              </a:ext>
            </a:extLst>
          </p:cNvPr>
          <p:cNvSpPr/>
          <p:nvPr/>
        </p:nvSpPr>
        <p:spPr>
          <a:xfrm>
            <a:off x="3906115" y="4105888"/>
            <a:ext cx="249555" cy="24955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F9DDB27A-2F12-CF6D-E4CA-F7486D46EB21}"/>
              </a:ext>
            </a:extLst>
          </p:cNvPr>
          <p:cNvSpPr txBox="1"/>
          <p:nvPr/>
        </p:nvSpPr>
        <p:spPr>
          <a:xfrm>
            <a:off x="4178530" y="2626916"/>
            <a:ext cx="1648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Subcategory 1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86A95AB7-5764-CA22-C566-EE454C3BF3FD}"/>
              </a:ext>
            </a:extLst>
          </p:cNvPr>
          <p:cNvSpPr txBox="1"/>
          <p:nvPr/>
        </p:nvSpPr>
        <p:spPr>
          <a:xfrm>
            <a:off x="4178546" y="3095735"/>
            <a:ext cx="1648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Subcategory 2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FECB4DD2-54B3-CC0A-D8ED-CFFF1BBAB14C}"/>
              </a:ext>
            </a:extLst>
          </p:cNvPr>
          <p:cNvSpPr txBox="1"/>
          <p:nvPr/>
        </p:nvSpPr>
        <p:spPr>
          <a:xfrm>
            <a:off x="4179693" y="3551891"/>
            <a:ext cx="1648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Subc</a:t>
            </a:r>
            <a:r>
              <a:rPr lang="en-US" noProof="0" dirty="0" err="1"/>
              <a:t>ategory</a:t>
            </a:r>
            <a:r>
              <a:rPr lang="en-US" noProof="0" dirty="0"/>
              <a:t> 3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4C93595C-E65F-57EC-DBE0-0B48B87CF4E6}"/>
              </a:ext>
            </a:extLst>
          </p:cNvPr>
          <p:cNvSpPr txBox="1"/>
          <p:nvPr/>
        </p:nvSpPr>
        <p:spPr>
          <a:xfrm>
            <a:off x="4175883" y="4076153"/>
            <a:ext cx="1648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Subcategory</a:t>
            </a:r>
            <a:r>
              <a:rPr lang="en-US" noProof="0" dirty="0"/>
              <a:t> 4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E87DECF-E3EF-2740-8F0A-F099191872D2}"/>
              </a:ext>
            </a:extLst>
          </p:cNvPr>
          <p:cNvSpPr/>
          <p:nvPr/>
        </p:nvSpPr>
        <p:spPr>
          <a:xfrm>
            <a:off x="3914100" y="4579757"/>
            <a:ext cx="249555" cy="24955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35654E1-7287-9924-B27B-95277B1FB3D6}"/>
              </a:ext>
            </a:extLst>
          </p:cNvPr>
          <p:cNvSpPr/>
          <p:nvPr/>
        </p:nvSpPr>
        <p:spPr>
          <a:xfrm>
            <a:off x="3914100" y="5063737"/>
            <a:ext cx="249555" cy="24955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CFEE3C36-6991-7D7F-73F5-324FC41A48CE}"/>
              </a:ext>
            </a:extLst>
          </p:cNvPr>
          <p:cNvSpPr txBox="1"/>
          <p:nvPr/>
        </p:nvSpPr>
        <p:spPr>
          <a:xfrm>
            <a:off x="4187678" y="4509740"/>
            <a:ext cx="1602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Subc</a:t>
            </a:r>
            <a:r>
              <a:rPr lang="en-US" noProof="0" dirty="0" err="1"/>
              <a:t>ategory</a:t>
            </a:r>
            <a:r>
              <a:rPr lang="en-US" noProof="0" dirty="0"/>
              <a:t> 5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E630881D-927E-4437-9D57-0A8F2C133E3B}"/>
              </a:ext>
            </a:extLst>
          </p:cNvPr>
          <p:cNvSpPr txBox="1"/>
          <p:nvPr/>
        </p:nvSpPr>
        <p:spPr>
          <a:xfrm>
            <a:off x="4183868" y="5034002"/>
            <a:ext cx="1602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Subcategory</a:t>
            </a:r>
            <a:r>
              <a:rPr lang="en-US" noProof="0" dirty="0"/>
              <a:t> 6</a:t>
            </a:r>
          </a:p>
        </p:txBody>
      </p:sp>
    </p:spTree>
    <p:extLst>
      <p:ext uri="{BB962C8B-B14F-4D97-AF65-F5344CB8AC3E}">
        <p14:creationId xmlns:p14="http://schemas.microsoft.com/office/powerpoint/2010/main" val="29389462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33</Words>
  <Application>Microsoft Office PowerPoint</Application>
  <PresentationFormat>Grand écran</PresentationFormat>
  <Paragraphs>16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Philippe Baucour</dc:creator>
  <cp:lastModifiedBy>Philippe Baucour</cp:lastModifiedBy>
  <cp:revision>1</cp:revision>
  <dcterms:created xsi:type="dcterms:W3CDTF">2025-11-27T09:43:33Z</dcterms:created>
  <dcterms:modified xsi:type="dcterms:W3CDTF">2025-11-27T10:09:45Z</dcterms:modified>
</cp:coreProperties>
</file>